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962" y="2323207"/>
            <a:ext cx="3648075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0438" y="2847082"/>
            <a:ext cx="8991123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Poppins"/>
              </a:rPr>
              <a:t>Sistema de Evaluación Docente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0362" y="3677542"/>
            <a:ext cx="63912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93C5FD"/>
                </a:solidFill>
                <a:latin typeface="Lato"/>
              </a:rPr>
              <a:t>Deber 6 - P3: Pseudocódigo del Taller 10</a:t>
            </a:r>
            <a:r>
              <a:t>
</a:t>
            </a:r>
            <a:r>
              <a:rPr sz="1500" b="0" i="0" u="none">
                <a:solidFill>
                  <a:srgbClr val="93C5FD"/>
                </a:solidFill>
                <a:latin typeface="Lato"/>
              </a:rPr>
              <a:t> Facultad de Ingeniería en Sistemas | Lógica de Programación</a:t>
            </a:r>
            <a:r>
              <a:t>
</a:t>
            </a:r>
            <a:r>
              <a:rPr sz="1500" b="0" i="0" u="none">
                <a:solidFill>
                  <a:srgbClr val="93C5FD"/>
                </a:solidFill>
                <a:latin typeface="Lato"/>
              </a:rPr>
              <a:t> Estudiante: Rodrigo Alejandro Andrade Espinoza | Docente: Ing. Samuel Ojeda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88131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60633" y="3109912"/>
            <a:ext cx="587073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1E3A8A"/>
                </a:solidFill>
                <a:latin typeface="Poppins"/>
              </a:rPr>
              <a:t>Contexto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86037" y="3852862"/>
            <a:ext cx="70199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Lato"/>
              </a:rPr>
              <a:t>Modelado lógico y traducción a pseudocódigo PSeInt del proceso institucional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4112"/>
            <a:ext cx="5334000" cy="2819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24112"/>
            <a:ext cx="5334000" cy="2819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719387"/>
            <a:ext cx="256032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Datos del Estudiante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6775" y="3128962"/>
            <a:ext cx="24384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6775" y="3405187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Estudiante: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Rodrigo Alejandro Andrade Espinoza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62362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Curso: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1er Semestre - Paralelo "A"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919537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Carrera: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Ingeniería en Sistemas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176712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Materia: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Lógica de Programación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433887"/>
            <a:ext cx="4743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Docente: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Ing. Samuel Ojeda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719387"/>
            <a:ext cx="2390298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Propósito del Taller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1775" y="3128962"/>
            <a:ext cx="2276475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1775" y="3405187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Objetivo Principal: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Traducir fielmente el diagrama de flujo entregado en el Taller 10 a un pseudocódigo estructurado en PSeInt.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4176712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Base Metodológica: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Respetar las secuencias, estructuras condicionales y flujos de decisión planteados para la evaluación docente.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Información Académica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71937"/>
            <a:ext cx="2541240" cy="1619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1976437"/>
            <a:ext cx="2541240" cy="1619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71937"/>
            <a:ext cx="2541240" cy="1619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233612"/>
            <a:ext cx="2541240" cy="1362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1476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995" y="4271962"/>
            <a:ext cx="224824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Poppins"/>
              </a:rPr>
              <a:t>1. Planificación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719637"/>
            <a:ext cx="214119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Se planifica la evaluación y se notifica formalmente al docente.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176462"/>
            <a:ext cx="224824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Poppins"/>
              </a:rPr>
              <a:t>2. Encuesta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624137"/>
            <a:ext cx="214119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Aplicación de la encuesta estudiantil y control de completado.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271962"/>
            <a:ext cx="224824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Poppins"/>
              </a:rPr>
              <a:t>3. Análisis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719637"/>
            <a:ext cx="214119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Sistematización para identificar fortalezas y debilidades.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433637"/>
            <a:ext cx="224824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3A8A"/>
                </a:solidFill>
                <a:latin typeface="Poppins"/>
              </a:rPr>
              <a:t>4. Decisiones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881312"/>
            <a:ext cx="214119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Evaluación de desempeño, informe final y seguimiento.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Fases del Proceso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46870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82790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18709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54629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406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Planificación y Notificación: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Inicio formal del proceso comunicando las etapas al docente evaluado.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65271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Aplicación de Encuesta: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Participación estudiantil con verificación condicional de éxito en el llenado.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8136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Análisis de Resultados: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Consolidación de datos para abstraer fortalezas y oportunidades de mejora.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1001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Bifurcación Condicional: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Otorgamiento de recompensa por buen desempeño o convocatoria a plan de mejora.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53866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Informe y Seguimiento: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Entrega de observaciones y evaluación continua posterior.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4062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Flujo y Reglas de Negocio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88131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20653" y="3109912"/>
            <a:ext cx="555069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1E3A8A"/>
                </a:solidFill>
                <a:latin typeface="Poppins"/>
              </a:rPr>
              <a:t>Pseudocódigo PSeInt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3787" y="3852862"/>
            <a:ext cx="49244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Lato"/>
              </a:rPr>
              <a:t>Implementación algorítmica y traducción estructurada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71712"/>
            <a:ext cx="3492549" cy="3124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71712"/>
            <a:ext cx="3492549" cy="3124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71712"/>
            <a:ext cx="3492549" cy="3124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66987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290887"/>
            <a:ext cx="3047099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Declaración de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7193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Se definen encuestaCompleta y desempenioEsperado como tipo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Logico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para controlar el flujo de decisiones.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566987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290887"/>
            <a:ext cx="304709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Validación de Encuesta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738562"/>
            <a:ext cx="29019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Uso de Si NO encuestaCompleta Entonces para gestionar la solicitud de reintento en caso de requerirse.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566987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290887"/>
            <a:ext cx="3047099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Evaluación de Desempeño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07193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Estructura Si desempenioEsperado ... SiNo para derivar entre recompensa directa o plan de mejora docente.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787" y="2700337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8424" y="2700337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1011" y="2700337"/>
            <a:ext cx="2381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Estructuras Lógicas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405062"/>
          <a:ext cx="11048999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Etapa del Proceso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Elemento en Diagrama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Estructura Pseudocódigo (PSeInt)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Inicio y Notificación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Bloques Rectangulares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Comandos Escribir secuenciales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Control de Encuesta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Rombo Condicional (SI / NO)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Si NO encuestaCompleta Entonces ... FinSi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Evaluación de Desempeño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Rombo Condicional (SI / NO)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Si desempenioEsperado Entonces ... SiNo 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Informe y Seguimiento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Bloques de Proceso Finales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Comandos Escribir descriptivos finales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962275"/>
            <a:ext cx="26626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34183" y="2962275"/>
            <a:ext cx="28808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15050" y="2962275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533775"/>
            <a:ext cx="26626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34183" y="3533775"/>
            <a:ext cx="28808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15050" y="3533775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105275"/>
            <a:ext cx="26626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34183" y="4105275"/>
            <a:ext cx="28808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15050" y="4105275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676775"/>
            <a:ext cx="26626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34183" y="4676775"/>
            <a:ext cx="28808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15050" y="4676775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248275"/>
            <a:ext cx="26626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34183" y="5248275"/>
            <a:ext cx="28808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5050" y="5248275"/>
            <a:ext cx="5505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Diagrama vs Pseudocódigo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3200"/>
            <a:ext cx="5334000" cy="2181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5450" y="3133725"/>
            <a:ext cx="3467100" cy="1094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 dirty="0">
                <a:solidFill>
                  <a:srgbClr val="2563EB"/>
                </a:solidFill>
                <a:latin typeface="Poppins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0300" y="4276725"/>
            <a:ext cx="1676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3A8A"/>
                </a:solidFill>
                <a:latin typeface="Lato"/>
              </a:rPr>
              <a:t>Alineación Lógica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743200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Verificación en PSeInt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90875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El pseudocódigo traduce punto por punto la gráfica manuscrita entregada.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800475"/>
            <a:ext cx="53340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Al ejecutarse en el entorno PSeInt (tecla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F9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 o al generar la representación gráfica automática (tecla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F7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), confirma la validez sintáctica y lógica necesaria para el posterior desarrollo en Python (Deber 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Fidelidad y Verificación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733675"/>
            <a:ext cx="1104900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5375" y="2886075"/>
            <a:ext cx="103346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Correspondencia Exacta: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El pseudocódigo refleja rigurosamente cada bloque y rombo del diagrama analizado en el Taller 10.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467100"/>
            <a:ext cx="1104900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5375" y="3619500"/>
            <a:ext cx="103346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Estructura Ordenada: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Combina correctamente lecturas de entrada (Leer) con decisiones lógicas condicionales.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4200525"/>
            <a:ext cx="1104900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5375" y="4352925"/>
            <a:ext cx="103346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Preparación para Python: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Sirve como algoritmo base directo para la codificación que se implementará en el Deber 7.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3051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038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7720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909887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643312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376737"/>
            <a:ext cx="266700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Conclusiones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095750"/>
            <a:ext cx="79248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30741" y="2324100"/>
            <a:ext cx="4130516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E3A8A"/>
                </a:solidFill>
                <a:latin typeface="Poppins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8712" y="3371850"/>
            <a:ext cx="23145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Lato"/>
              </a:rPr>
              <a:t>Gracias por su atención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75" y="3595687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81450" y="3602831"/>
            <a:ext cx="53244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Lato"/>
              </a:rPr>
              <a:t>https://cdn.processon.io/admin/knowledge/article_content_img/69fedb4dbda86a2515e5f32b.png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81450" y="3836193"/>
            <a:ext cx="53244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www.processon.io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544</Words>
  <Application>Microsoft Office PowerPoint</Application>
  <PresentationFormat>Panorámica</PresentationFormat>
  <Paragraphs>69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Lato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 Internacional</cp:lastModifiedBy>
  <cp:revision>2</cp:revision>
  <dcterms:created xsi:type="dcterms:W3CDTF">2013-01-27T09:14:16Z</dcterms:created>
  <dcterms:modified xsi:type="dcterms:W3CDTF">2026-08-11T17:27:25Z</dcterms:modified>
  <cp:category/>
</cp:coreProperties>
</file>