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962" y="2334517"/>
            <a:ext cx="3648075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95475" y="2858392"/>
            <a:ext cx="8401050" cy="61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59"/>
              </a:lnSpc>
            </a:pPr>
            <a:r>
              <a:rPr sz="4050" b="1" i="0" u="none">
                <a:solidFill>
                  <a:srgbClr val="FFFFFF"/>
                </a:solidFill>
                <a:latin typeface="Poppins"/>
              </a:rPr>
              <a:t>Evaluación Docente en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00362" y="3666083"/>
            <a:ext cx="63912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93C5FD"/>
                </a:solidFill>
                <a:latin typeface="Lato"/>
              </a:rPr>
              <a:t>Deber 7 - P3: Implementación en Python del Taller 10</a:t>
            </a:r>
            <a:r>
              <a:t>
</a:t>
            </a:r>
            <a:r>
              <a:rPr sz="1500" b="0" i="0" u="none">
                <a:solidFill>
                  <a:srgbClr val="93C5FD"/>
                </a:solidFill>
                <a:latin typeface="Lato"/>
              </a:rPr>
              <a:t> Facultad de Ingeniería en Sistemas | Lógica de Programación</a:t>
            </a:r>
            <a:r>
              <a:t>
</a:t>
            </a:r>
            <a:r>
              <a:rPr sz="1500" b="0" i="0" u="none">
                <a:solidFill>
                  <a:srgbClr val="93C5FD"/>
                </a:solidFill>
                <a:latin typeface="Lato"/>
              </a:rPr>
              <a:t> Estudiante: Rodrigo Alejandro Andrade Espinoza | Docente: Ing. Samuel Ojeda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881312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60633" y="3109912"/>
            <a:ext cx="5870733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1E3A8A"/>
                </a:solidFill>
                <a:latin typeface="Poppins"/>
              </a:rPr>
              <a:t>Contexto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95550" y="3852862"/>
            <a:ext cx="72009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Lato"/>
              </a:rPr>
              <a:t>Implementación en Python basada en el pseudocódigo del Deber 6 y el Taller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2700"/>
            <a:ext cx="5334000" cy="2562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52700"/>
            <a:ext cx="5334000" cy="2562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847975"/>
            <a:ext cx="2420302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Datos de la Entrega</a:t>
            </a:r>
          </a:p>
        </p:txBody>
      </p:sp>
      <p:sp>
        <p:nvSpPr>
          <p:cNvPr id="6" name="Rectangle 5"/>
          <p:cNvSpPr/>
          <p:nvPr/>
        </p:nvSpPr>
        <p:spPr>
          <a:xfrm>
            <a:off x="866775" y="3257550"/>
            <a:ext cx="230505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6775" y="3533775"/>
            <a:ext cx="4743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Estudiante: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Rodrigo Alejandro Andrade Espinoza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790950"/>
            <a:ext cx="4743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Curso: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1er Semestre - Paralelo "A"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048125"/>
            <a:ext cx="4743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Carrera: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Ingeniería en Sistemas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305300"/>
            <a:ext cx="4743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Materia: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Lógica de Programación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562475"/>
            <a:ext cx="4743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Docente: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Ing. Samuel Ojeda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2847975"/>
            <a:ext cx="2950368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Objetivos de la Práctica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1775" y="3257550"/>
            <a:ext cx="2809875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1775" y="3533775"/>
            <a:ext cx="4743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Traducción a Python: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Pasar de las estructuras condicionales del pseudocódigo a código ejecutable.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4048125"/>
            <a:ext cx="4743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Modularización: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Encapsular cada paso del proceso en funciones claras y especializadas con validación de entradas.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Información Académica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71937"/>
            <a:ext cx="2541240" cy="1362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1976437"/>
            <a:ext cx="2541240" cy="1619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071937"/>
            <a:ext cx="2541240" cy="1619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233612"/>
            <a:ext cx="2541240" cy="13620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81476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995" y="4271962"/>
            <a:ext cx="224824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3A8A"/>
                </a:solidFill>
                <a:latin typeface="Poppins"/>
              </a:rPr>
              <a:t>1. Preparación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719637"/>
            <a:ext cx="214119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Planificación y notificación previa al docente evaluado.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3915" y="2176462"/>
            <a:ext cx="224824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3A8A"/>
                </a:solidFill>
                <a:latin typeface="Poppins"/>
              </a:rPr>
              <a:t>2. Bucle Encuesta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7444" y="2624137"/>
            <a:ext cx="214119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Aplicación de encuesta iterativa hasta su éxito (while not).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9835" y="4271962"/>
            <a:ext cx="224824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3A8A"/>
                </a:solidFill>
                <a:latin typeface="Poppins"/>
              </a:rPr>
              <a:t>3. Evaluación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64" y="4719637"/>
            <a:ext cx="214119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Análisis de resultados y toma de decisión sobre desempeño.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5755" y="2433637"/>
            <a:ext cx="224824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3A8A"/>
                </a:solidFill>
                <a:latin typeface="Poppins"/>
              </a:rPr>
              <a:t>4. Seguimiento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9284" y="2881312"/>
            <a:ext cx="214119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Informe, plan de mejora o felicitaciones finales.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Fases del Algoritmo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46870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82790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18709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54629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24062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Validación Booleana: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Función leer_booleano() que garantiza entradas V/F robustas frente a errores.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652712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Bucle de Repetición: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Control mediante while not encuesta_completa para reintentar en caso negativo.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281362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Funciones de Acción: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Funciones dedicadas como planificar_mejora() y recompensar_docente().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910012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Punto de Control Central: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Función main() que coordina el flujo secuencial y decisional.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24062"/>
            <a:ext cx="5334000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Estructura de Funciones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881312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85548" y="3109912"/>
            <a:ext cx="7220902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1E3A8A"/>
                </a:solidFill>
                <a:latin typeface="Poppins"/>
              </a:rPr>
              <a:t>Implementación en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9437" y="3852862"/>
            <a:ext cx="59531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Lato"/>
              </a:rPr>
              <a:t>Demostración del código fuente modular y estructuras sintácticas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6987"/>
            <a:ext cx="3492549" cy="2533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566987"/>
            <a:ext cx="3492549" cy="2533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566987"/>
            <a:ext cx="3492549" cy="2533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862262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86162"/>
            <a:ext cx="304709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Bucle Repetitivo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033837"/>
            <a:ext cx="29019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Uso de while not en main() para reintentar la encuesta hasta obtener un resultado satisfactorio.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862262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586162"/>
            <a:ext cx="304709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Validación Robustecida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4033837"/>
            <a:ext cx="29019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leer_booleano() procesa variaciones como 'V', 'Verdadero', 'S', 'Si' utilizando .strip().upper().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862262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586162"/>
            <a:ext cx="304709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Control de Flujo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4033837"/>
            <a:ext cx="29019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Bloques condicionales if / else para derivar en recompensa directa o en planes de mejora con seguimiento.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2995612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8424" y="2995612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6724" y="2995612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Estructuras Clave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405062"/>
          <a:ext cx="11048999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2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Concepto / Etapa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Pseudocódigo (PSeInt - Deber 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Python (Deber 7)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Validación de Entrada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Leer variableLogica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def leer_booleano(mensaje: str) -&gt; bool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Bucle de Encuesta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Si NO encuestaCompleta Entonces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while not encuesta_completa: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Decisión de Desempeño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Si desempenioEsperado Entonces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if evaluar_desempenio():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Seguimiento Final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Si cumpleExpectativas Entonces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if realizar_seguimiento():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962275"/>
            <a:ext cx="23672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38760" y="2962275"/>
            <a:ext cx="38921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30913" y="2962275"/>
            <a:ext cx="4789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533775"/>
            <a:ext cx="23672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38760" y="3533775"/>
            <a:ext cx="38921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30913" y="3533775"/>
            <a:ext cx="4789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105275"/>
            <a:ext cx="23672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38760" y="4105275"/>
            <a:ext cx="38921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30913" y="4105275"/>
            <a:ext cx="4789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676775"/>
            <a:ext cx="23672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38760" y="4676775"/>
            <a:ext cx="38921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30913" y="4676775"/>
            <a:ext cx="4789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248275"/>
            <a:ext cx="23672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38760" y="5248275"/>
            <a:ext cx="38921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30913" y="5248275"/>
            <a:ext cx="4789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Pseudocódigo vs Python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43200"/>
            <a:ext cx="5334000" cy="2181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33649" y="3133725"/>
            <a:ext cx="1662113" cy="1094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1" i="0" u="none">
                <a:solidFill>
                  <a:srgbClr val="2563EB"/>
                </a:solidFill>
                <a:latin typeface="Poppin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1237" y="4276725"/>
            <a:ext cx="19145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E3A8A"/>
                </a:solidFill>
                <a:latin typeface="Lato"/>
              </a:rPr>
              <a:t>Funciones Definidas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743200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Arquitectura Funcional Limpia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190875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El código se dividió en 12 funciones especializadas para mantener el principio de responsabilidad única.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800475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Esta división garantiza la reusabilidad, facilita la depuración y refleja con precisión absoluta cada nodo del diagrama de flujo original del Taller 10.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Modularidad del Código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733675"/>
            <a:ext cx="1104900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5375" y="2886075"/>
            <a:ext cx="103346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Traducción Fiel: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Se cumplió exitosamente la conversión del pseudocódigo en PSeInt hacia Python ejecutable.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3467100"/>
            <a:ext cx="1104900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5375" y="3619500"/>
            <a:ext cx="103346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Robustez y Manejo de Errores: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Se evitó el colapso por entradas inválidas gracias a ciclos de validación activa.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4200525"/>
            <a:ext cx="1104900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5375" y="4352925"/>
            <a:ext cx="103346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Estructura Profesional: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Uso del bloque idiomático if __name__ == '__main__': main() para la ejecución principal.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3051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038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7720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2909887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3643312"/>
            <a:ext cx="266700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4376737"/>
            <a:ext cx="238125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Conclusiones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509</Words>
  <Application>Microsoft Office PowerPoint</Application>
  <PresentationFormat>Panorámica</PresentationFormat>
  <Paragraphs>63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Lato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Usuario Internacional</cp:lastModifiedBy>
  <cp:revision>3</cp:revision>
  <dcterms:created xsi:type="dcterms:W3CDTF">2013-01-27T09:14:16Z</dcterms:created>
  <dcterms:modified xsi:type="dcterms:W3CDTF">2026-08-11T17:39:36Z</dcterms:modified>
  <cp:category/>
</cp:coreProperties>
</file>